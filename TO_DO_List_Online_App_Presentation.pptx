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74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38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450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00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829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45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11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68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89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96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87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28402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785" y="-81455"/>
            <a:ext cx="7989752" cy="1504844"/>
          </a:xfrm>
        </p:spPr>
        <p:txBody>
          <a:bodyPr/>
          <a:lstStyle/>
          <a:p>
            <a:r>
              <a:rPr dirty="0"/>
              <a:t>TO DO List Online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785" y="1749209"/>
            <a:ext cx="7989752" cy="590321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Task Management &amp; Productivity Application</a:t>
            </a:r>
          </a:p>
          <a:p>
            <a:r>
              <a:rPr dirty="0"/>
              <a:t>Developed using HTML, CSS &amp; </a:t>
            </a:r>
            <a:r>
              <a:rPr dirty="0" err="1"/>
              <a:t>JavaScript</a:t>
            </a:r>
            <a:r>
              <a:rPr lang="en-US" dirty="0" err="1"/>
              <a:t>v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D573EA-4DEE-4F1E-91BA-837932111765}"/>
              </a:ext>
            </a:extLst>
          </p:cNvPr>
          <p:cNvSpPr txBox="1">
            <a:spLocks/>
          </p:cNvSpPr>
          <p:nvPr/>
        </p:nvSpPr>
        <p:spPr>
          <a:xfrm>
            <a:off x="1007103" y="3514184"/>
            <a:ext cx="7989752" cy="5903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Akin Bin </a:t>
            </a:r>
            <a:r>
              <a:rPr lang="en-US" sz="20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mostofa</a:t>
            </a:r>
            <a:r>
              <a:rPr lang="en-US" sz="2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kamal</a:t>
            </a:r>
            <a:endParaRPr lang="en-US" sz="20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Web-based task management application</a:t>
            </a:r>
          </a:p>
          <a:p>
            <a:pPr>
              <a:defRPr sz="1584"/>
            </a:pPr>
            <a:r>
              <a:t>• Organizes tasks based on priority and workflow</a:t>
            </a:r>
          </a:p>
          <a:p>
            <a:pPr>
              <a:defRPr sz="1584"/>
            </a:pPr>
            <a:r>
              <a:t>• Three sections: Work List, In Process, Work Done</a:t>
            </a:r>
          </a:p>
          <a:p>
            <a:pPr>
              <a:defRPr sz="1584"/>
            </a:pPr>
            <a:r>
              <a:t>• Helps users stay organized and productive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Manage tasks efficiently</a:t>
            </a:r>
          </a:p>
          <a:p>
            <a:pPr>
              <a:defRPr sz="1584"/>
            </a:pPr>
            <a:r>
              <a:t>• Prioritize important work</a:t>
            </a:r>
          </a:p>
          <a:p>
            <a:pPr>
              <a:defRPr sz="1584"/>
            </a:pPr>
            <a:r>
              <a:t>• Track progress from pending to completed</a:t>
            </a:r>
          </a:p>
          <a:p>
            <a:pPr>
              <a:defRPr sz="1584"/>
            </a:pPr>
            <a:r>
              <a:t>• Improve productivity and time management</a:t>
            </a:r>
          </a:p>
          <a:p>
            <a:pPr>
              <a:defRPr sz="1584"/>
            </a:pPr>
            <a:r>
              <a:t>• Provide a user-friendly online task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Simplify daily work organization</a:t>
            </a:r>
          </a:p>
          <a:p>
            <a:pPr>
              <a:defRPr sz="1584"/>
            </a:pPr>
            <a:r>
              <a:t>• Help users handle multiple tasks easily</a:t>
            </a:r>
          </a:p>
          <a:p>
            <a:pPr>
              <a:defRPr sz="1584"/>
            </a:pPr>
            <a:r>
              <a:t>• Monitor ongoing and completed work</a:t>
            </a:r>
          </a:p>
          <a:p>
            <a:pPr>
              <a:defRPr sz="1584"/>
            </a:pPr>
            <a:r>
              <a:t>• Reduce confusion and increase focus</a:t>
            </a:r>
          </a:p>
          <a:p>
            <a:pPr>
              <a:defRPr sz="1584"/>
            </a:pPr>
            <a:r>
              <a:t>• Useful for students, employees, and freelancers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Lightweight web-based productivity tool</a:t>
            </a:r>
          </a:p>
          <a:p>
            <a:pPr>
              <a:defRPr sz="1584"/>
            </a:pPr>
            <a:r>
              <a:t>• Built with HTML, CSS, and JavaScript</a:t>
            </a:r>
          </a:p>
          <a:p>
            <a:pPr>
              <a:defRPr sz="1584"/>
            </a:pPr>
            <a:r>
              <a:t>• Real-time task movement between sections</a:t>
            </a:r>
          </a:p>
          <a:p>
            <a:pPr>
              <a:defRPr sz="1584"/>
            </a:pPr>
            <a:r>
              <a:t>• Easy browser accessibility</a:t>
            </a:r>
          </a:p>
          <a:p>
            <a:pPr>
              <a:defRPr sz="1584"/>
            </a:pPr>
            <a:r>
              <a:t>• Future upgrades: login system, database, reminders, drag &amp; drop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Effective and user-friendly task management solution</a:t>
            </a:r>
          </a:p>
          <a:p>
            <a:pPr>
              <a:defRPr sz="1584"/>
            </a:pPr>
            <a:r>
              <a:t>• Helps users stay organized and productive</a:t>
            </a:r>
          </a:p>
          <a:p>
            <a:pPr>
              <a:defRPr sz="1584"/>
            </a:pPr>
            <a:r>
              <a:t>• Demonstrates practical use of web technologies</a:t>
            </a:r>
          </a:p>
          <a:p>
            <a:pPr>
              <a:defRPr sz="1584"/>
            </a:pPr>
            <a:r>
              <a:t>• Has strong potential for future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</TotalTime>
  <Words>187</Words>
  <Application>Microsoft Office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Bahnschrift Condensed</vt:lpstr>
      <vt:lpstr>Gill Sans MT</vt:lpstr>
      <vt:lpstr>Wingdings 2</vt:lpstr>
      <vt:lpstr>Dividend</vt:lpstr>
      <vt:lpstr>TO DO List Online App</vt:lpstr>
      <vt:lpstr>Introduction</vt:lpstr>
      <vt:lpstr>Objective</vt:lpstr>
      <vt:lpstr>Purpose</vt:lpstr>
      <vt:lpstr>Product Perspective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 DO List Online App</dc:title>
  <dc:subject/>
  <dc:creator/>
  <cp:keywords/>
  <dc:description>generated using python-pptx</dc:description>
  <cp:lastModifiedBy>Frontdesk-Floor 17</cp:lastModifiedBy>
  <cp:revision>2</cp:revision>
  <dcterms:created xsi:type="dcterms:W3CDTF">2013-01-27T09:14:16Z</dcterms:created>
  <dcterms:modified xsi:type="dcterms:W3CDTF">2026-05-17T11:41:53Z</dcterms:modified>
  <cp:category/>
</cp:coreProperties>
</file>